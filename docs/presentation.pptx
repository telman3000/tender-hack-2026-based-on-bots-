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Поставщик описывает товар как умеет, одной строкой — например, «Стол письменный 1200 на 700 на 750 миллиметров». Для СТЕ нужны характеристики по КТРУ. Код КТРУ — это группа товаров, а не конкретный товар: подобрать правильную группу и заполнить её обязательные характеристики сложно. Типичные ошибки: опечатки, неверные единицы, значения вне допустимого списка, пропущенные обязательные характеристики. Итог — карточки отклоняются, позиции дублируются, сравнивать цены тяжело.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 вводит описание — сервис выделяет характеристики и сразу показывает их в редактируемой таблице. У каждой характеристики бейдж источника: КТРУ, Портал или Новая. Подсказки объясняют, что не так и что ожидается, и дают варианты исправления в один клик; недостающие обязательные характеристики добавляются кнопкой. Воронка показывает, сколько кодов КТРУ осталось после каждого шага и почему. Любая правка пересчитывает результат автоматически, задержка ввода около 600 мс.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дорожки: Пользователь, Сервис, Данные. Пользователь вводит описание в свободной форме; сервис разбирает текст (parser), унифицирует названия и единицы (unifier), ищет в индексе КТРУ и портала (SQLite), сужает коды и проверяет значения (matcher, engine) и формирует ответ: подсказки, воронку, кандидатов. Цикл «правка → пересчёт» повторяется, пока пользователь не подтвердит результат. Исходник — docs/process.bpmn, открывается в Camunda Modeler или bpmn.io.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Веб-интерфейс на HTML/JS отправляет JSON в FastAPI: POST /api/analyze. Дальше конвейер: parser — текст в пары «характеристика — значение — единица»; unifier — синонимы и нормализация; matcher — поиск кандидатов КТРУ по названию и ОКПД2; engine — сужение кодов, проверка значений, подсказки. SQLite-индекс собирается заранее скриптом scripts/build_index.py из XML КТРУ и выгрузки XLSX портала. Запрос обслуживается локально, без внешних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+ FastAPI — быстрая разработка, Pydantic проверяет контракт, документация API генерируется сама. SQLite — один файл, без отдельного сервера, быстрый поиск по справочнику, легко упаковать в Docker. Почему без нейросетей: скорость — медиана около 50 мс; каждое решение можно объяснить; работает без интернета; ничего не выдумывает — всё из справочника КТРУ и данных портала. ТЗ запрещает облачные LLM API. Чистый HTML/JS — нет сборки, легко встроить в портал.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на текущей версии, эталонные ответы зафиксированы до прогона. Основной набор, 45 кейсов: верный код на первом месте 44/45 — 98%, в тройке — 45/45. Отложенный набор — 45 новых позиций, под которые код не подстраивался: на первом месте 43/45 — 96%, в тройке 44/45 — 98%, статус верный 43/45. По доменам: мебель 15/15, инструменты 15/15, одежда 13/15. Ложных тревог на чистых кейсах — 1/42. Скорость: медиана ~50 мс, p95 99–164 мс по замеру eval-скрипта; 50 параллельных запросов — без ошибок. Справочник — 3391 позиция КТРУ, весь архив; чистая сборка индекса — ~100 с; 58 автотестов pytest. Демо: мебель, одежда, инструменты — от свободного текста до кода КТРУ; показываем таблицу с бейджами и исправление в один клик; на выходе группа из 2–3 вариаций — это нормально, различия задают обязательные характеристики. Если спросят об ограничениях: внесённые ошибки ловятся не все — опечатки и отдельные нереалистичные числа пока пропускаются; проверку несуществующих значений уже добавили.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Роли: координация и интеграция через PR; ядро КТРУ — разбор, унификация, сужение кодов; интерфейс, документация и защита — UI в стиле портала, BPMN, презентация; тестирование и качество — тест-кейсы и метрики. Перед защитой вписать имена вместо плейсхолдеров.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2302" y="13258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заполнения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характеристик СТЕ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1132302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862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Поставщик описывает товар свободным текстом, а для СТЕ нужны характеристики по КТРУ — подобрать группу и заполнить обязательные поля сложно.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2302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Итог: карточки отклоняются, позиции дублируются, сравнивать цены тяжело.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4526280" cy="43434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Типичные ошибки в карточке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2103120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Опечатки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названиях и значениях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2103120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Единицы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неверные или несовместимые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3858768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 списка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636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значения не из допустимых КТРУ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3858768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7260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Пропуски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4636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обязательных характеристик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3258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свободного текста — в проверенную таблицу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вводит описание — сервис выделяет характеристики и сразу показывает их в редактируемой таблице.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977640"/>
            <a:ext cx="3840480" cy="114300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ввода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«Стол письменный 1200 на 700 на 750 миллиметров»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41848" y="1325880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Бейдж источника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1783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характеристики: КТРУ, Портал или Новая.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41848" y="2441448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2624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578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Подсказки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898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не так и что ожидается; исправление в один клик, недостающие обязательные — кнопкой.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41848" y="3557016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23560" y="37398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694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Воронка сужения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0142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кодов КТРУ осталось после каждого шага и почему.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41848" y="4672584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4855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809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Автопересчёт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51297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Любая правка пересчитывает результат (≈600 мс задержки ввода).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41848" y="5788152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Процесс: «правка → пересчёт» до подтверждения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77240" y="1783080"/>
            <a:ext cx="10652760" cy="397764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</p:sp>
      <p:pic>
        <p:nvPicPr>
          <p:cNvPr id="16" name="Image 0" descr="/workspace/slides/tenderhack-vpYX9v/src/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87944"/>
            <a:ext cx="10287000" cy="376791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Дорожки: Пользователь / Сервис / Данные. Исходник: docs/process.bpmn (Camunda Modeler / bpmn.io).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Архитектура: конвейер модулей и заранее собранный индекс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2461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Веб-интерфейс (HTML/JS) → FastAPI → parser → unifier → matcher → engine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SQLite-индекс собирается заранее скриптом build_index.py из XML КТРУ и выгрузки XLSX портала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обслуживается локально, без внешних сервисов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463040"/>
            <a:ext cx="7269480" cy="4114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</p:sp>
      <p:pic>
        <p:nvPicPr>
          <p:cNvPr id="17" name="Image 0" descr="/workspace/slides/tenderhack-vpYX9v/src/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798554"/>
            <a:ext cx="6995160" cy="3443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10972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Технологии: почему без LLM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 flipH="1">
            <a:off x="114300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+ FastAPI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Быстрая разработка, контракт через Pydantic, автодокументация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H="1">
            <a:off x="374904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файл без отдельного сервера, быстрый поиск по справочнику, легко в Docker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 flipH="1">
            <a:off x="6355080" y="2240280"/>
            <a:ext cx="2377440" cy="2743200"/>
          </a:xfrm>
          <a:prstGeom prst="round2DiagRect">
            <a:avLst/>
          </a:prstGeom>
          <a:solidFill>
            <a:srgbClr val="264B8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≠AI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Правила, не LLM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Детерминированно и объяснимо: у каждого сужения есть причина. Офлайн, без утечки данных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flipH="1">
            <a:off x="896112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77824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Чистый HTML/JS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сборки, легко встроить в портал, стиль Портала поставщиков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ТЗ запрещает облачные LLM API; локальная модель допустима (до 40 ГБ VRAM), но задача сводится к сопоставлению с закрытым справочником — правила дают объяснимый результат и ничего не выдумывают.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топ-3: 100% на основном наборе, 98% на отложенном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1737360"/>
            <a:ext cx="484632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7373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Цифры на текущей версии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2286000"/>
            <a:ext cx="4846320" cy="3749040"/>
          </a:xfrm>
          <a:prstGeom prst="roundRect">
            <a:avLst>
              <a:gd name="adj" fmla="val 7000"/>
            </a:avLst>
          </a:prstGeom>
          <a:solidFill>
            <a:srgbClr val="F1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3957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Основной набор · 45 кейсов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160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Отложенный набор · 45 новых, код не подстраивался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697480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88720" y="28620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на 1-м месте · 44/45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697480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74720" y="28620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 · 45/45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62272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88720" y="4626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266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на 1-м месте · 43/45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4462272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74720" y="4626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5266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 · 44/45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86000"/>
          <a:ext cx="5257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40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Метрика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Значение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8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Статус верный (отложенный)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43/45 · 96%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Мебель / инструменты / одежда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15/15 · 15/15 · 13/15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Ложные тревоги на чистых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1/42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 ответа: медиана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~50 мс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 ответа: p95*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99–164 мс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Нагрузка: параллельных запросов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без ошибок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Справочник КТРУ (весь архив)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3391 позиция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Автотесты pytest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Чистая сборка индекса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~100 с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6172200" y="537667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замер eval-скрипта qa/run_eval.py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5623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Демо: мебель, одежда, инструменты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Бейджи, правка в один клик, на выходе группа из 2–3 вариаций.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роли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с дорожками — на BPMN; приёмка изменений — через PR.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1615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Координация и интеграция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Приёмка и интеграция через 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5391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Ядро КТРУ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Разбор, унификация, сужение кодов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0020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615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1615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 и защита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в стиле портала, BPMN, документация, презентация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5391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5391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и качество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Тест-кейсы и метрики QA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заполнения характеристик СТЕ — Tender Hack 2026</dc:title>
  <dc:subject>PptxGenJS Presentation</dc:subject>
  <dc:creator>PptxGenJS</dc:creator>
  <cp:lastModifiedBy>PptxGenJS</cp:lastModifiedBy>
  <cp:revision>1</cp:revision>
  <dcterms:created xsi:type="dcterms:W3CDTF">2026-10-10T10:07:20Z</dcterms:created>
  <dcterms:modified xsi:type="dcterms:W3CDTF">2026-10-10T10:07:20Z</dcterms:modified>
</cp:coreProperties>
</file>