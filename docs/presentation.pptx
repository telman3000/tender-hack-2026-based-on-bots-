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Поставщик описывает товар как умеет, одной строкой — например, «Стол письменный 1200 на 700 на 750 миллиметров». Для СТЕ нужны характеристики по КТРУ. Код КТРУ — это группа товаров, а не конкретный товар: подобрать правильную группу и заполнить её обязательные характеристики сложно. Типичные ошибки: опечатки, неверные единицы, значения вне допустимого списка, пропущенные обязательные характеристики. Итог — карточки отклоняются, позиции дублируются, сравнивать цены тяжело.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Пользователь вводит описание — сервис выделяет характеристики и сразу показывает их в редактируемой таблице. У каждой характеристики бейдж источника: КТРУ, Портал или Новая. Подсказки объясняют, что не так и что ожидается, и дают варианты исправления в один клик; недостающие обязательные характеристики добавляются кнопкой. Воронка показывает, сколько кодов КТРУ осталось после каждого шага и почему. Любая правка пересчитывает результат автоматически, задержка ввода около 600 мс.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дорожки: Пользователь, Сервис, Данные. Пользователь вводит описание в свободной форме; сервис разбирает текст (parser), унифицирует названия и единицы (unifier), ищет в индексе КТРУ и портала (SQLite), сужает коды и проверяет значения (matcher, engine) и формирует ответ: подсказки, воронку, кандидатов. Цикл «правка → пересчёт» повторяется, пока пользователь не подтвердит результат. Исходник — docs/process.bpmn, открывается в Camunda Modeler или bpmn.io.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Веб-интерфейс на HTML/JS отправляет JSON в FastAPI: POST /api/analyze. Дальше конвейер: parser — текст в пары «характеристика — значение — единица»; unifier — синонимы и нормализация; matcher — поиск кандидатов КТРУ по названию и ОКПД2; engine — сужение кодов, проверка значений, подсказки. SQLite-индекс собирается заранее скриптом scripts/build_index.py из XML КТРУ и выгрузки XLSX портала. Запрос обслуживается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+ FastAPI — быстрая разработка, Pydantic проверяет контракт, документация API генерируется сама. SQLite — один файл, без отдельного сервера, быстрый поиск по справочнику, легко упаковать в Docker. Почему без нейросетей: скорость — медиана около 50 мс; каждое решение можно объяснить; работает без интернета; ничего не выдумывает — всё из справочника КТРУ и данных портала. ТЗ запрещает облачные LLM API. Чистый HTML/JS — нет сборки, легко встроить в портал.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на текущей версии (main 0c9b8c7, эталонные ответы зафиксированы до прогона). Основной набор, 45 кейсов: верный код на первом месте 44 из 45 — 98%, в тройке — все 45. Отложенный набор — 45 новых позиций, под которые код не подстраивался: на первом месте 43 из 45 — 96%, в тройке 44 из 45 — 98%, статус верный 43 из 45. По доменам: мебель 15 из 15, инструменты 15 из 15, одежда 13 из 15. Ложных тревог на чистых кейсах — 1 из 42. Скорость: медиана около 50 мс, p95 около 100–115 мс по замеру eval-скрипта; чистая сборка индекса — 71 с. Демо: мебель, одежда, инструменты — от свободного текста до кода КТРУ; показываем таблицу с бейджами, исправление в один клик и воронку N → M → 1. Если спросят об ограничениях: внесённые ошибки ловятся в 19 из 30 случаев — единицы 8/8, нереалистичные числа 7/8, опечатки 4/7, несуществующие значения 0/7; это следующий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Роли: координация и интеграция через PR; ядро КТРУ — разбор, унификация, сужение кодов; интерфейс, документация и защита — UI в стиле портала, BPMN, презентация; тестирование и качество — тест-кейсы и метрики. Перед защитой вписать имена вместо плейсхолдеров.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2302" y="1325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заполнения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характеристик СТЕ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1132302" y="3886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8620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Поставщик описывает товар свободным текстом, а для СТЕ нужны характеристики по КТРУ — подобрать группу и заполнить обязательные поля сложно.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2302" y="5120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карточки отклоняются, позиции дублируются, сравнивать цены тяжело.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417320"/>
            <a:ext cx="4526280" cy="4343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16276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названиях и значениях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неверные или несовместимые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значения не из допустимых КТРУ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2354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726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обязательных характеристик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32588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свободного текста — в проверенную таблицу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43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Пользователь вводит описание — сервис выделяет характеристики и сразу показывает их в редактируемой таблице.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88720" y="3977640"/>
            <a:ext cx="3840480" cy="114300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71600" y="4114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ввода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89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«Стол письменный 1200 на 700 на 750 миллиметров»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41848" y="1325880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1508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источника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83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каждой характеристики: КТРУ, Портал или Новая.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41848" y="2441448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2624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ожидается; исправление в один клик, недостающие обязательные — кнопкой.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41848" y="3557016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7398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6941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401421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кодов КТРУ осталось после каждого шага и почему.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41848" y="4672584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23560" y="48554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4809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Автопересчёт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512978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Любая правка пересчитывает результат (≈600 мс задержки ввода).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41848" y="5788152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Процесс: «правка → пересчёт» до подтверждения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77240" y="1783080"/>
            <a:ext cx="10652760" cy="397764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6" name="Image 0" descr="/workspace/slides/tenderhack-vpYX9v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87944"/>
            <a:ext cx="10287000" cy="376791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Дорожки: Пользователь / Сервис / Данные. Исходник: docs/process.bpmn (Camunda Modeler / bpmn.io).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280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конвейер модулей и заранее собранный индекс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2461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Веб-интерфейс (HTML/JS) → FastAPI → parser → unifier → matcher → engine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SQLite-индекс собирается заранее скриптом build_index.py из XML КТРУ и выгрузки XLSX портала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обслуживается локально, без внешних сервисов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463040"/>
            <a:ext cx="7269480" cy="4114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7" name="Image 0" descr="/workspace/slides/tenderhack-vpYX9v/src/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798554"/>
            <a:ext cx="6995160" cy="3443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10972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Технологии: почему без LLM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 flipH="1">
            <a:off x="114300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+ FastAPI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Быстрая разработка, контракт через Pydantic, автодокументация 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H="1">
            <a:off x="374904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97764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файл без отдельного сервера, быстрый поиск по справочнику, легко в Docker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 flipH="1">
            <a:off x="6355080" y="2240280"/>
            <a:ext cx="2377440" cy="2743200"/>
          </a:xfrm>
          <a:prstGeom prst="round2DiagRect">
            <a:avLst/>
          </a:prstGeom>
          <a:solidFill>
            <a:srgbClr val="264B8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7220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≠AI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Правила, не LLM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Детерминированно и объяснимо: у каждого сужения есть причина. Офлайн, без утечки данных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H="1">
            <a:off x="896112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7824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HTML/JS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сборки, легко встроить в портал, стиль Портала поставщиков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ТЗ запрещает облачные LLM API; локальная модель допустима (до 40 ГБ VRAM), но задача сводится к сопоставлению с закрытым справочником — правила дают объяснимый результат и ничего не выдумывают.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топ-3: 100% на основном наборе, 98% на отложенном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846320" cy="329184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173736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Цифры на текущей версии · main 0c9b8c7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2286000"/>
            <a:ext cx="4846320" cy="3749040"/>
          </a:xfrm>
          <a:prstGeom prst="roundRect">
            <a:avLst>
              <a:gd name="adj" fmla="val 7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23957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набор · 45 кейсов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1605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Отложенный набор · 45 новых, код не подстраивался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2697480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88720" y="28620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на 1-м месте · 44/45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83280" y="2697480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74720" y="28620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 · 45/45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97280" y="4462272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88720" y="46268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2669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на 1-м месте · 43/45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83280" y="4462272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74720" y="46268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2669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 · 44/45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257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240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Значение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Статус верный (отложенный)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43/45 · 96%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Мебель / инструменты / одежда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15/15 · 15/15 · 13/15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Ложные тревоги на чистых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1/42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медиана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~50 мс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p95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~100–115 мс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Чистая сборка индекса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 с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6172200" y="493776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 — замер eval-скрипта qa/run_eval.py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172200" y="5257800"/>
            <a:ext cx="525780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72200" y="534924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Демо: мебель, одежда, инструменты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172200" y="56692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Таблица с бейджами, правка в один клик, воронка N → M → 1.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 с дорожками — на BPMN; приёмка изменений — через PR.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Tender Hack 2026</dc:title>
  <dc:subject>PptxGenJS Presentation</dc:subject>
  <dc:creator>PptxGenJS</dc:creator>
  <cp:lastModifiedBy>PptxGenJS</cp:lastModifiedBy>
  <cp:revision>1</cp:revision>
  <dcterms:created xsi:type="dcterms:W3CDTF">2026-10-10T09:44:41Z</dcterms:created>
  <dcterms:modified xsi:type="dcterms:W3CDTF">2026-10-10T09:44:41Z</dcterms:modified>
</cp:coreProperties>
</file>