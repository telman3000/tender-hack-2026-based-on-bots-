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Поставщик описывает товар как умеет, одной строкой — например, «Стол письменный 1200 на 700 на 750 миллиметров». Для СТЕ нужны характеристики по КТРУ. Код КТРУ — это группа товаров, а не конкретный товар: подобрать правильную группу и заполнить её обязательные характеристики сложно. Типичные ошибки: опечатки, неверные единицы, значения вне допустимого списка, пропущенные обязательные характеристики. Итог — карточки отклоняются, позиции дублируются, сравнивать цены тяжело.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Важно: код КТРУ — не один конкретный товар, а группа однородных товаров со своим списком обязательных характеристик. Конкретная СТЕ — позиция внутри группы с заполненными значениями. Одну и ту же позицию продают многие поставщики, каждый по своей цене; из этих цен считается референтная. Если карточка заполнена правильно и дубли не плодятся, цены честно сравниваются.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Пользователь вводит описание — сервис выделяет характеристики и сразу показывает их в редактируемой таблице. У каждой характеристики бейдж источника: КТРУ, Портал или Новая. Подсказки объясняют, что не так и что ожидается, и дают варианты исправления в один клик; недостающие обязательные характеристики добавляются кнопкой. Воронка показывает, сколько кодов КТРУ осталось после каждого шага и почему. Любая правка пересчитывает результат автоматически, задержка ввода около 600 мс.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Бейдж «КТРУ» — характеристика есть в спецификации выбранного кода, сюда же попадают незаполненные обязательные. «Портал» — имя совпало с характеристиками из выгрузок портала. «Новая» — не нашли ни там, ни там; такая характеристика идёт на модерацию. Таблица редактируется прямо на месте, после правки всё пересчитывается. Воронка: например, для кресла 355 кодов мебели → 2 по наименованию. Подсказки: «длина ключа 27 метров» — система скажет, что это нереально, и предложит «27 мм» или «27 см».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дорожки: Пользователь, Сервис, Данные. Пользователь вводит описание в свободной форме; сервис разбирает текст (parser), унифицирует названия и единицы (unifier), ищет в индексе КТРУ и портала (SQLite), сужает коды и проверяет значения (matcher, engine) и формирует ответ: подсказки, воронку, кандидатов. Цикл «правка → пересчёт» повторяется, пока пользователь не подтвердит результат. Исходник — docs/process.bpmn, открывается в Camunda Modeler или bpmn.io.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Веб-интерфейс на HTML/JS отправляет JSON в FastAPI: POST /api/analyze. Дальше конвейер: parser — текст в пары «характеристика — значение — единица»; unifier — синонимы и нормализация; matcher — поиск кандидатов КТРУ по названию и ОКПД2; engine — сужение кодов, проверка значений, подсказки. SQLite-индекс собирается заранее скриптом scripts/build_index.py из XML КТРУ и выгрузки XLSX портала. Запрос обслуживается локально,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+ FastAPI — быстрая разработка, Pydantic проверяет контракт, документация API генерируется сама. SQLite — один файл, без отдельного сервера, быстрый поиск по справочнику, легко упаковать в Docker. Почему без нейросетей: скорость — медиана около 50 мс; каждое решение можно объяснить; работает без интернета; ничего не выдумывает — всё из справочника КТРУ и данных портала. ТЗ запрещает облачные LLM API. Чистый HTML/JS — нет сборки, легко встроить в портал.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на текущей версии: финальный прогон, эталонные ответы зафиксированы до прогона, два прогона совпали. Основной набор, 45 кейсов: верный код на первом месте 44/45 — 98%, в тройке — 45/45, статус верный 45/45. Отложенный набор — 45 новых позиций, под которые код не подстраивался: на первом месте 43/45 — 96%, в тройке 44/45 — 98%, статус верный 43/45. Код первым по категориям: мебель 15/15, инструменты 15/15, одежда 13/15; статус по категориям: мебель 15/15, инструменты 14/15, одежда 14/15. Ложных тревог на чистых кейсах — 1/42, и это H31 — на деле реальная ошибка карточки: лобзик весом 2,1 г. Внесённые ошибки пойманы 30/30: единицы 8/8, нереалистичные числа 8/8, несуществующие значения 7/7, опечатки 7/7 — но набор известен разработчикам — оценка оптимистичная. Скорость: медиана ~50 мс, p95 ~160–190 мс по замеру eval-скрипта; 50 параллельных запросов — без ошибок. Справочник — 3391 позиция КТРУ, весь архив; чистая сборка индекса — ~100 с; автотесты pytest 62/62. Демо: мебель, одежда, инструменты — от свободного текста до кода КТРУ; показываем таблицу с бейджами и исправление в один клик; на выходе группа из 2–3 вариаций — это нормально, различия задают обязательные характеристики.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Честно об ограничениях: пока три области товаров; слабое место — путаем близкие товары (брюки, резиновые сапоги); 30/30 по ошибкам — оптимистичная оценка; итог воронки — группа из 2–3 вариаций, и система прямо говорит, какую характеристику уточнить; близкие наименования иногда путаются. На отложенном наборе слабее всего одежда — 13/15. Внесённые ошибки пойманы 30/30, но набор известен разработчикам — оценка оптимистичная. Проверка несуществующих значений — сделано. Дальше — Postgres с pg_trgm и GIN-индексами, пересборка индекса по расписанию с атомарной подменой, расширение на новые домены словарями и данными без смены архитектуры.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Роли: координация и интеграция через PR; ядро КТРУ — разбор, унификация, сужение кодов; интерфейс, документация и защита — UI в стиле портала, BPMN, презентация; тестирование и качество — тест-кейсы и метрики. Перед защитой вписать имена вместо плейсхолдеров.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10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2302" y="132588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заполнения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характеристик СТЕ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1132302" y="3886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88620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Поставщик описывает товар свободным текстом, а для СТЕ нужны характеристики по КТРУ — подобрать группу и заполнить обязательные поля сложно.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2302" y="5120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карточки отклоняются, позиции дублируются, сравнивать цены тяжело.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03720" y="1417320"/>
            <a:ext cx="4526280" cy="4343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78040" y="16276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103120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880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названиях и значениях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0" y="2103120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26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880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неверные или несовместимые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78040" y="3858768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4178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6360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значения не из допустимых КТРУ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235440" y="3858768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72600" y="4178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72600" y="46360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обязательных характеристик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КТРУ — это группа товаров, а не один товар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Одну СТЕ предлагают многие поставщики, каждый по своей цене — из этих цен считается референтная.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2514600"/>
            <a:ext cx="2286000" cy="260604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931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Группа однородных товаров со своим списком обязательных характеристик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338328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3593592" y="2514600"/>
            <a:ext cx="2286000" cy="260604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822192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3822192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22192" y="3931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Позиция внутри группы с заполненными значениями характеристик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879592" y="338328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272784" y="2514600"/>
            <a:ext cx="2286000" cy="260604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01384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501384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Цены поставщиков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501384" y="3931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одну СТЕ свои цены ставят многие поставщики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558784" y="338328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8951976" y="2514600"/>
            <a:ext cx="2286000" cy="2606040"/>
          </a:xfrm>
          <a:prstGeom prst="roundRect">
            <a:avLst>
              <a:gd name="adj" fmla="val 10000"/>
            </a:avLst>
          </a:prstGeom>
          <a:solidFill>
            <a:srgbClr val="264B8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80576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Референтная цена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3931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Рассчитывается из цен многих поставщиков на одну СТЕ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4400" y="5349240"/>
            <a:ext cx="1033272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Поэтому важно не плодить дубли СТЕ: правильная привязка к карточке объединяет предложения и делает референтную цену точнее.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32588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свободного текста — в проверенную таблицу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43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Пользователь вводит описание — сервис выделяет характеристики и сразу показывает их в редактируемой таблице.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88720" y="3977640"/>
            <a:ext cx="3840480" cy="114300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71600" y="41148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ввода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89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«Стол письменный 1200 на 700 на 750 миллиметров»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41848" y="1325880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1508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14630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 источника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178308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каждой характеристики: КТРУ, Портал или Новая.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41848" y="2441448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2624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Подсказки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не так и что ожидается; исправление в один клик, недостающие обязательные — кнопкой.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41848" y="3557016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37398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355080" y="36941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Воронка сужения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401421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кодов КТРУ осталось после каждого шага и почему.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41848" y="4672584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23560" y="48554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48097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Автопересчёт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5129784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Любая правка пересчитывает результат (≈600 мс задержки ввода).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41848" y="5788152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51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Интерфейс: всё на одном экране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914400" y="1920240"/>
            <a:ext cx="2377440" cy="3931920"/>
          </a:xfrm>
          <a:prstGeom prst="roundRect">
            <a:avLst>
              <a:gd name="adj" fmla="val 8000"/>
            </a:avLst>
          </a:prstGeom>
          <a:ln w="19050">
            <a:solidFill>
              <a:srgbClr val="264B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Бейджи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743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 характеристики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375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КТРУ — есть в спецификации кода, вкл. незаполненные обязательные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Портал — совпало с характеристиками портала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— не найдена, идёт на модерацию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51560" y="53035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51560" y="530352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КТРУ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64792" y="53035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764792" y="530352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Портал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478024" y="53035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478024" y="530352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47872" y="1920240"/>
            <a:ext cx="2377440" cy="3931920"/>
          </a:xfrm>
          <a:prstGeom prst="roundRect">
            <a:avLst>
              <a:gd name="adj" fmla="val 8000"/>
            </a:avLst>
          </a:prstGeom>
          <a:ln w="19050">
            <a:solidFill>
              <a:srgbClr val="264B8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85032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≈600 мс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3685032" y="2743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Редактируемая таблица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730752" y="33375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Любое значение правится прямо в таблице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правки всё пересчитывается заново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81344" y="1783080"/>
            <a:ext cx="2377440" cy="4206240"/>
          </a:xfrm>
          <a:prstGeom prst="roundRect">
            <a:avLst>
              <a:gd name="adj" fmla="val 8000"/>
            </a:avLst>
          </a:prstGeom>
          <a:ln w="28575">
            <a:solidFill>
              <a:srgbClr val="1E88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18504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355 → 2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Воронка сужения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364224" y="320040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Домен → наименование → ОКПД2 → характеристики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каждом шаге: сколько кодов осталось и почему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14816" y="1920240"/>
            <a:ext cx="2377440" cy="3931920"/>
          </a:xfrm>
          <a:prstGeom prst="roundRect">
            <a:avLst>
              <a:gd name="adj" fmla="val 8000"/>
            </a:avLst>
          </a:prstGeom>
          <a:ln w="19050">
            <a:solidFill>
              <a:srgbClr val="264B8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51976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м → 27 мм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951976" y="2743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Подсказки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997696" y="33375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не так и что ожидается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трёх вариантов исправления в один клик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51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Процесс: «правка → пересчёт» до подтверждения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777240" y="1783080"/>
            <a:ext cx="10652760" cy="397764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/>
        </p:spPr>
      </p:sp>
      <p:pic>
        <p:nvPicPr>
          <p:cNvPr id="16" name="Image 0" descr="/workspace/slides/tenderhack-vpYX9v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87944"/>
            <a:ext cx="10287000" cy="376791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14400" y="58978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Дорожки: Пользователь / Сервис / Данные. Исходник: docs/process.bpmn (Camunda Modeler / bpmn.io).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2801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конвейер модулей и заранее собранный индекс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24612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Веб-интерфейс (HTML/JS) → FastAPI → parser → unifier → matcher → engine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SQLite-индекс собирается заранее скриптом build_index.py из XML КТРУ и выгрузки XLSX портала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обслуживается локально, без внешних сервисов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1463040"/>
            <a:ext cx="7269480" cy="4114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/>
        </p:spPr>
      </p:sp>
      <p:pic>
        <p:nvPicPr>
          <p:cNvPr id="17" name="Image 0" descr="/workspace/slides/tenderhack-vpYX9v/src/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798554"/>
            <a:ext cx="6995160" cy="34437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109728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Технологии: почему без LLM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 flipH="1">
            <a:off x="114300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+ FastAPI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Быстрая разработка, контракт через Pydantic, автодокументация API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H="1">
            <a:off x="374904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21" name="Shape 19"/>
          <p:cNvSpPr/>
          <p:nvPr/>
        </p:nvSpPr>
        <p:spPr>
          <a:xfrm>
            <a:off x="356616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DB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97764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файл без отдельного сервера, быстрый поиск по справочнику, легко в Docker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 flipH="1">
            <a:off x="6355080" y="2240280"/>
            <a:ext cx="2377440" cy="2743200"/>
          </a:xfrm>
          <a:prstGeom prst="round2DiagRect">
            <a:avLst/>
          </a:prstGeom>
          <a:solidFill>
            <a:srgbClr val="264B82"/>
          </a:solidFill>
          <a:ln/>
        </p:spPr>
      </p:sp>
      <p:sp>
        <p:nvSpPr>
          <p:cNvPr id="26" name="Shape 24"/>
          <p:cNvSpPr/>
          <p:nvPr/>
        </p:nvSpPr>
        <p:spPr>
          <a:xfrm>
            <a:off x="617220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≠AI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Правила, не LLM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Детерминированно и объяснимо: у каждого сужения есть причина. Офлайн, без утечки данных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flipH="1">
            <a:off x="896112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31" name="Shape 29"/>
          <p:cNvSpPr/>
          <p:nvPr/>
        </p:nvSpPr>
        <p:spPr>
          <a:xfrm>
            <a:off x="877824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7824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Чистый HTML/JS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Нет сборки, легко встроить в портал, стиль Портала поставщиков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5303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ТЗ запрещает облачные LLM API; локальная модель допустима (до 40 ГБ VRAM), но задача сводится к сопоставлению с закрытым справочником — правила дают объяснимый результат и ничего не выдумывают.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топ-3: 100% на основном наборе, 98% на отложенном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1737360"/>
            <a:ext cx="4846320" cy="329184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173736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Цифры на текущей версии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2286000"/>
            <a:ext cx="4846320" cy="3749040"/>
          </a:xfrm>
          <a:prstGeom prst="roundRect">
            <a:avLst>
              <a:gd name="adj" fmla="val 7000"/>
            </a:avLst>
          </a:prstGeom>
          <a:solidFill>
            <a:srgbClr val="F1F3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7280" y="23957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Основной набор · 45 кейсов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9319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Отложенный набор · 45 новых, код не подстраивался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97280" y="2670048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43000" y="2788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5526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1-й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44/45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606040" y="2670048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651760" y="2788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325526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45/45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114800" y="2670048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60520" y="2788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325526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45/45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97280" y="4187952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43000" y="430682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4773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1-й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43/45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606040" y="4187952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51760" y="430682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98%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51760" y="4773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44/45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114800" y="4187952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160520" y="430682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160520" y="4773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43/45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" y="541324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первым по категориям: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мебель 15/15 · инструменты 15/15 · одежда 13/15</a:t>
            </a:r>
            <a:endParaRPr lang="en-US" sz="11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286000"/>
          <a:ext cx="525780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22860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Метрика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Значение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8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Внесённые ошибки пойманы**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30/30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Время ответа: медиана / p95*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~50 мс / ~160–190 мс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Нагрузка: параллельных запросов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 без ошибок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Справочник КТРУ (весь архив)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3391 позиция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Автотесты pytest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62/62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Чистая сборка индекса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~100 с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6172200" y="443484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Ложные тревоги 1/42 — и эта настоящая ошибка в карточке (2,1 г)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172200" y="48463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замер eval-скрипта qa/run_eval.py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 единицы 8/8, числа 8/8, несуществующие 7/7, опечатки 7/7; набор известен разработчикам — оценка оптимистичная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6172200" y="54864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Демо: </a:t>
            </a: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мебель, одежда, инструменты; на выходе группа из 2–3 вариаций.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1887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Ограничения и план развития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1188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домена: мебель, одежда, инструменты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 воронки — группа из 2–3 вариаций; система говорит, что уточнить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57800" y="2286000"/>
            <a:ext cx="6035040" cy="777240"/>
          </a:xfrm>
          <a:prstGeom prst="roundRect">
            <a:avLst>
              <a:gd name="adj" fmla="val 12000"/>
            </a:avLst>
          </a:prstGeom>
          <a:solidFill>
            <a:srgbClr val="FFF4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40680" y="2377440"/>
            <a:ext cx="5715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Слабое место: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путаем близкие товары (брюки, резиновые сапоги); 30/30 по ошибкам — оптимистичная оценка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46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8872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1188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5820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88136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61872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691640" y="3703320"/>
            <a:ext cx="1143000" cy="24688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691640" y="3703320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сделано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188720" y="4160520"/>
            <a:ext cx="2240280" cy="173736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88720" y="44805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Несуществующие значения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01091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Ловить значения, которых нет в справочнике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85032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11880" y="4297680"/>
            <a:ext cx="2240280" cy="17373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611880" y="4617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611880" y="514807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pg_trgm и GIN-индексы для нечёткого поиска по всему каталогу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08192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4434840"/>
            <a:ext cx="1463040" cy="17373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35040" y="4754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Обновление КТРУ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035040" y="52852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Пересборка индекса по расписанию с атомарной подменой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31352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458200" y="4160520"/>
            <a:ext cx="2240280" cy="17373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458200" y="44805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домены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01091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Расширение словарями и данными — без смены архитектуры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 с дорожками — на BPMN; приёмка изменений — через PR.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Tender Hack 2026</dc:title>
  <dc:subject>PptxGenJS Presentation</dc:subject>
  <dc:creator>PptxGenJS</dc:creator>
  <cp:lastModifiedBy>PptxGenJS</cp:lastModifiedBy>
  <cp:revision>1</cp:revision>
  <dcterms:created xsi:type="dcterms:W3CDTF">2026-10-10T10:17:21Z</dcterms:created>
  <dcterms:modified xsi:type="dcterms:W3CDTF">2026-10-10T10:17:21Z</dcterms:modified>
</cp:coreProperties>
</file>