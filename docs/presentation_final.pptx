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1309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медиана ответа меньше 0,1 секунды — 50–100 мс, пакет из 11 строк — около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11 строк — около секунды: 8 кодов определены, 2 неоднозначны, 1 не найден.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53–98 мс, отложенный 49–60 мс. Тест «сломай решение» — 32/32, без ответов 500 и ошибок JS. Источник: qa/metrics_slide.md (main 7aa9939).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1309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slides/tenderhack-final-uybj3a/src/screens/main_result.png">    </p:cNvPr>
          <p:cNvPicPr>
            <a:picLocks noChangeAspect="1"/>
          </p:cNvPicPr>
          <p:nvPr/>
        </p:nvPicPr>
        <p:blipFill>
          <a:blip r:embed="rId1"/>
          <a:srcRect l="0" r="0" t="0" b="57256"/>
          <a:stretch/>
        </p:blipFill>
        <p:spPr>
          <a:xfrm>
            <a:off x="5623560" y="1828800"/>
            <a:ext cx="5696712" cy="41056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11 строк — ≈1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slides/tenderhack-final-uybj3a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slides/tenderhack-final-uybj3a/src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slides/tenderhack-final-uybj3a/src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2302" y="3721608"/>
            <a:ext cx="3927675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11 строк ≈ 1 с</a:t>
            </a:r>
            <a:endParaRPr lang="en-US" sz="1300" dirty="0"/>
          </a:p>
        </p:txBody>
      </p:sp>
      <p:pic>
        <p:nvPicPr>
          <p:cNvPr id="33" name="Image 1" descr="/workspace/slides/tenderhack-final-uybj3a/src/screens/batch_view.png">    </p:cNvPr>
          <p:cNvPicPr>
            <a:picLocks noChangeAspect="1"/>
          </p:cNvPicPr>
          <p:nvPr/>
        </p:nvPicPr>
        <p:blipFill>
          <a:blip r:embed="rId2"/>
          <a:srcRect l="0" r="0" t="24318" b="14033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 определён · 2 неоднозначно · 1 не найден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6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Эталоны зафиксированы до прогона · два набора по 45 позиций · источник: qa/metrics_slide.md (main 7aa9939)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53–98 мс, отложенный 49–60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4/42.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2026-10-10T18:01:44Z</dcterms:created>
  <dcterms:modified xsi:type="dcterms:W3CDTF">2026-10-10T18:01:44Z</dcterms:modified>
</cp:coreProperties>
</file>